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Linked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linked list stores nodes connected by next pointers. The head pointer identifies the first node. An empty list has a null head.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Insertion at the beginning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1828800"/>
          </a:xfrm>
        </p:spPr>
        <p:txBody>
          <a:bodyPr/>
          <a:lstStyle/>
          <a:p>
            <a:r>
              <a:t>To insert at the beginning of a linked list, first connect the new node to the previous head. Then update the head pointer to the new node. This preserves the existing chain.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657600"/>
            <a:ext cx="19202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657600"/>
            <a:ext cx="19202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new node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657600"/>
            <a:ext cx="19202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previous head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6995160" y="3657600"/>
            <a:ext cx="19202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NULL</a:t>
            </a:r>
          </a:p>
        </p:txBody>
      </p:sp>
      <p:cxnSp>
        <p:nvCxnSpPr>
          <p:cNvPr id="8" name="Connector 7"/>
          <p:cNvCxnSpPr>
            <a:stCxn id="4" idx="3"/>
            <a:endCxn id="5" idx="1"/>
          </p:cNvCxnSpPr>
          <p:nvPr/>
        </p:nvCxnSpPr>
        <p:spPr>
          <a:xfrm>
            <a:off x="2194560" y="4023360"/>
            <a:ext cx="32004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5" idx="3"/>
            <a:endCxn id="6" idx="1"/>
          </p:cNvCxnSpPr>
          <p:nvPr/>
        </p:nvCxnSpPr>
        <p:spPr>
          <a:xfrm>
            <a:off x="4434840" y="4023360"/>
            <a:ext cx="32004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6" idx="3"/>
            <a:endCxn id="7" idx="1"/>
          </p:cNvCxnSpPr>
          <p:nvPr/>
        </p:nvCxnSpPr>
        <p:spPr>
          <a:xfrm>
            <a:off x="6675120" y="4023360"/>
            <a:ext cx="32004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conceptual mistake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the new node's next pointer is set to NULL before updating the head, the old nodes become unreachable. The first insertion can pass while insertion into a non-empty list fails.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Reassessment: count the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count the nodes, start at head, increment the count once for each visited node, and follow next until NULL. An empty list has zero nodes.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